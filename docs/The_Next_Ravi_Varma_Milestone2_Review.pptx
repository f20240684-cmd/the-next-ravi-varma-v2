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00547e25-d235-7ea1-4d42-8bb9f2a8f155}">
          <p14:sldIdLst>
            <p14:sldId id="256"/>
            <p14:sldId id="257"/>
            <p14:sldId id="258"/>
          </p14:sldIdLst>
        </p14:section>
        <p14:section name="Work done" id="{2c56df8e-4db5-6808-994a-6cd5371d70b6}">
          <p14:sldIdLst>
            <p14:sldId id="259"/>
            <p14:sldId id="260"/>
            <p14:sldId id="261"/>
            <p14:sldId id="262"/>
          </p14:sldIdLst>
        </p14:section>
        <p14:section name="Results" id="{e1ff39b5-86eb-a418-852e-4183f41fc458}">
          <p14:sldIdLst>
            <p14:sldId id="263"/>
            <p14:sldId id="264"/>
            <p14:sldId id="265"/>
            <p14:sldId id="266"/>
          </p14:sldIdLst>
        </p14:section>
        <p14:section name="Next" id="{f07669ac-3272-dece-b91a-7eaf3387fcf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name. Mention this is the progress presentation for the first two milestones.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who Ravi Varma was and what the project aims to do. Keep it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Milestones 1 and 2 are done. 3 and 4 are for the second half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the steps quickly from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dataset quality mattered more than size. Many images were duplicates or not real paintings.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example caption for the painting on the left. Mention the model sometimes makes small mistakes, like calling a sari a 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LoRA in one line: instead of training the whole model, we train small extra layers. Mention Colab and training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step 0 the images have frames and look like posters. Over training they start looking more like Ravi Varma paintings, with palace settings and softer painting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images in each pair use the same prompt and seed, the only difference is our LoRA.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CLIP numbers barely changed, but the images clearly did. Mention the problems we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about what went wrong and how it was fixed. Evaluators usually like hearing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next steps for the remaining part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evaluators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The Next Ravi Varma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Generating Ravi Varma style paintings using Stable Diffusion + LoRA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Progress Presentation (Milestones 1 and 2)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Shashwat Sahu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BITS Pilani, K K Birla Goa Campus</a:t>
            </a:r>
            <a:endParaRPr lang="en-US" sz="2000" dirty="0"/>
          </a:p>
        </p:txBody>
      </p:sp>
      <p:pic>
        <p:nvPicPr>
          <p:cNvPr id="4" name="title-image" descr="/private/tmp/claude-501/-Users-shashwatsahu-Desktop-the-next-ravi-varma/b50e4b20-09e3-45d0-8877-560ccb85868c/scratchpad/deck/assets/local_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914400"/>
            <a:ext cx="2377440" cy="33924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9052560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(generated by our model)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Introduction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28016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Raja Ravi Varma (1848-1906) was a famous Indian painter known for realistic oil paintings of Indian mythology and royal portraits.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Inspired by "The Next Rembrandt" project, which generated a new painting in Rembrandt's style.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Our goal: give a text description of a scene and generate a new image in Ravi Varma's style.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We use Stable Diffusion 1.5 and fine-tune it with LoRA on Ravi Varma's paintings.</a:t>
            </a:r>
            <a:endParaRPr lang="en-US" sz="1800" dirty="0"/>
          </a:p>
        </p:txBody>
      </p:sp>
      <p:pic>
        <p:nvPicPr>
          <p:cNvPr id="4" name="varma-painting" descr="/private/tmp/claude-501/-Users-shashwatsahu-Desktop-the-next-ravi-varma/b50e4b20-09e3-45d0-8877-560ccb85868c/scratchpad/deck/assets/caption_exam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188720"/>
            <a:ext cx="2743200" cy="45720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77724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Hamsa Damayanti by Raja Ravi Varma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Milestones and Status</a:t>
            </a:r>
            <a:endParaRPr lang="en-US" sz="3000" dirty="0"/>
          </a:p>
        </p:txBody>
      </p:sp>
      <p:graphicFrame>
        <p:nvGraphicFramePr>
          <p:cNvPr id="4" name="mileston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132320"/>
                <a:gridCol w="24688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Milestone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Dataset collection, cleaning and captioning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LoRA fine-tuning of Stable Diffusion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Prompt expansion using an LLM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Not started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ControlNet (pose control), evaluation, web UI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Not started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rogress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Overall progress: about 50%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Overall Pipeline</a:t>
            </a:r>
            <a:endParaRPr lang="en-US" sz="3000" dirty="0"/>
          </a:p>
        </p:txBody>
      </p:sp>
      <p:sp>
        <p:nvSpPr>
          <p:cNvPr id="3" name="box-0"/>
          <p:cNvSpPr/>
          <p:nvPr/>
        </p:nvSpPr>
        <p:spPr>
          <a:xfrm>
            <a:off x="548640" y="2011680"/>
            <a:ext cx="155448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box-text-0"/>
          <p:cNvSpPr txBox="1"/>
          <p:nvPr/>
        </p:nvSpPr>
        <p:spPr>
          <a:xfrm>
            <a:off x="54864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Download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paintings</a:t>
            </a:r>
            <a:endParaRPr lang="en-US" sz="1600" dirty="0"/>
          </a:p>
        </p:txBody>
      </p:sp>
      <p:sp>
        <p:nvSpPr>
          <p:cNvPr id="5" name="arrow-0"/>
          <p:cNvSpPr/>
          <p:nvPr/>
        </p:nvSpPr>
        <p:spPr>
          <a:xfrm>
            <a:off x="2176272" y="2468880"/>
            <a:ext cx="256032" cy="27432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6" name="box-1"/>
          <p:cNvSpPr/>
          <p:nvPr/>
        </p:nvSpPr>
        <p:spPr>
          <a:xfrm>
            <a:off x="2468880" y="2011680"/>
            <a:ext cx="155448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box-text-1"/>
          <p:cNvSpPr txBox="1"/>
          <p:nvPr/>
        </p:nvSpPr>
        <p:spPr>
          <a:xfrm>
            <a:off x="246888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Clean the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dataset</a:t>
            </a:r>
            <a:endParaRPr lang="en-US" sz="1600" dirty="0"/>
          </a:p>
        </p:txBody>
      </p:sp>
      <p:sp>
        <p:nvSpPr>
          <p:cNvPr id="8" name="arrow-1"/>
          <p:cNvSpPr/>
          <p:nvPr/>
        </p:nvSpPr>
        <p:spPr>
          <a:xfrm>
            <a:off x="4096512" y="2468880"/>
            <a:ext cx="256032" cy="27432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box-2"/>
          <p:cNvSpPr/>
          <p:nvPr/>
        </p:nvSpPr>
        <p:spPr>
          <a:xfrm>
            <a:off x="4389120" y="2011680"/>
            <a:ext cx="155448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ox-text-2"/>
          <p:cNvSpPr txBox="1"/>
          <p:nvPr/>
        </p:nvSpPr>
        <p:spPr>
          <a:xfrm>
            <a:off x="438912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Generate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captions</a:t>
            </a:r>
            <a:endParaRPr lang="en-US" sz="1600" dirty="0"/>
          </a:p>
        </p:txBody>
      </p:sp>
      <p:sp>
        <p:nvSpPr>
          <p:cNvPr id="11" name="arrow-2"/>
          <p:cNvSpPr/>
          <p:nvPr/>
        </p:nvSpPr>
        <p:spPr>
          <a:xfrm>
            <a:off x="6016752" y="2468880"/>
            <a:ext cx="256032" cy="27432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2" name="box-3"/>
          <p:cNvSpPr/>
          <p:nvPr/>
        </p:nvSpPr>
        <p:spPr>
          <a:xfrm>
            <a:off x="6309360" y="2011680"/>
            <a:ext cx="1554480" cy="1188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box-text-3"/>
          <p:cNvSpPr txBox="1"/>
          <p:nvPr/>
        </p:nvSpPr>
        <p:spPr>
          <a:xfrm>
            <a:off x="630936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Prepare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images</a:t>
            </a:r>
            <a:endParaRPr lang="en-US" sz="1600" dirty="0"/>
          </a:p>
        </p:txBody>
      </p:sp>
      <p:sp>
        <p:nvSpPr>
          <p:cNvPr id="14" name="arrow-3"/>
          <p:cNvSpPr/>
          <p:nvPr/>
        </p:nvSpPr>
        <p:spPr>
          <a:xfrm>
            <a:off x="7936992" y="2468880"/>
            <a:ext cx="256032" cy="27432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5" name="box-4"/>
          <p:cNvSpPr/>
          <p:nvPr/>
        </p:nvSpPr>
        <p:spPr>
          <a:xfrm>
            <a:off x="8229600" y="2011680"/>
            <a:ext cx="1554480" cy="1188720"/>
          </a:xfrm>
          <a:prstGeom prst="rect">
            <a:avLst/>
          </a:prstGeom>
          <a:solidFill>
            <a:srgbClr val="F6E9E9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box-text-4"/>
          <p:cNvSpPr txBox="1"/>
          <p:nvPr/>
        </p:nvSpPr>
        <p:spPr>
          <a:xfrm>
            <a:off x="822960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LoRA</a:t>
            </a:r>
            <a:endParaRPr lang="en-US" sz="1600" dirty="0"/>
          </a:p>
        </p:txBody>
      </p:sp>
      <p:sp>
        <p:nvSpPr>
          <p:cNvPr id="17" name="arrow-4"/>
          <p:cNvSpPr/>
          <p:nvPr/>
        </p:nvSpPr>
        <p:spPr>
          <a:xfrm>
            <a:off x="9857232" y="2468880"/>
            <a:ext cx="256032" cy="27432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8" name="box-5"/>
          <p:cNvSpPr/>
          <p:nvPr/>
        </p:nvSpPr>
        <p:spPr>
          <a:xfrm>
            <a:off x="10149840" y="2011680"/>
            <a:ext cx="1554480" cy="1188720"/>
          </a:xfrm>
          <a:prstGeom prst="rect">
            <a:avLst/>
          </a:prstGeom>
          <a:solidFill>
            <a:srgbClr val="F6E9E9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box-text-5"/>
          <p:cNvSpPr txBox="1"/>
          <p:nvPr/>
        </p:nvSpPr>
        <p:spPr>
          <a:xfrm>
            <a:off x="10149840" y="20116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Generate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images</a:t>
            </a:r>
            <a:endParaRPr lang="en-US" sz="1600" dirty="0"/>
          </a:p>
        </p:txBody>
      </p:sp>
      <p:sp>
        <p:nvSpPr>
          <p:cNvPr id="20" name="caption"/>
          <p:cNvSpPr txBox="1"/>
          <p:nvPr/>
        </p:nvSpPr>
        <p:spPr>
          <a:xfrm>
            <a:off x="54864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Milestone 1</a:t>
            </a:r>
            <a:endParaRPr lang="en-US" sz="1400" dirty="0"/>
          </a:p>
        </p:txBody>
      </p:sp>
      <p:sp>
        <p:nvSpPr>
          <p:cNvPr id="21" name="caption"/>
          <p:cNvSpPr txBox="1"/>
          <p:nvPr/>
        </p:nvSpPr>
        <p:spPr>
          <a:xfrm>
            <a:off x="8229600" y="3383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Milestone 2</a:t>
            </a:r>
            <a:endParaRPr lang="en-US" sz="1400" dirty="0"/>
          </a:p>
        </p:txBody>
      </p:sp>
      <p:sp>
        <p:nvSpPr>
          <p:cNvPr id="22" name="points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Steps 1-4 run on my laptop (MacBook), training runs on Google Colab (T4 GPU).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Everything is controlled by config files and scripts, so the results can be reproduced.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1: Dataset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2801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Downloaded 200 Ravi Varma paintings from Wikimedia Commons (most are public domain).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Removed 66 images:</a:t>
            </a:r>
            <a:endParaRPr lang="en-US" sz="1800" dirty="0"/>
          </a:p>
        </p:txBody>
      </p:sp>
      <p:sp>
        <p:nvSpPr>
          <p:cNvPr id="4" name="removed-list"/>
          <p:cNvSpPr txBox="1"/>
          <p:nvPr/>
        </p:nvSpPr>
        <p:spPr>
          <a:xfrm>
            <a:off x="822960" y="25146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4572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26 were low resolution (upscaled from very small originals)</a:t>
            </a:r>
            <a:endParaRPr lang="en-US" sz="1600" dirty="0"/>
          </a:p>
          <a:p>
            <a:pPr lvl="1" marL="4572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33 were duplicates of the same painting</a:t>
            </a:r>
            <a:endParaRPr lang="en-US" sz="1600" dirty="0"/>
          </a:p>
          <a:p>
            <a:pPr lvl="1" marL="4572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7 were not paintings (stamps, museum photos, grids)</a:t>
            </a:r>
            <a:endParaRPr lang="en-US" sz="1600" dirty="0"/>
          </a:p>
        </p:txBody>
      </p:sp>
      <p:sp>
        <p:nvSpPr>
          <p:cNvPr id="5" name="points"/>
          <p:cNvSpPr txBox="1"/>
          <p:nvPr/>
        </p:nvSpPr>
        <p:spPr>
          <a:xfrm>
            <a:off x="548640" y="384048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Final: 134 images, 122 for training and 12 kept aside for testing.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Images resized without cutting off heads/feet (different sizes for portrait and landscape).</a:t>
            </a:r>
            <a:endParaRPr lang="en-US" sz="1800" dirty="0"/>
          </a:p>
        </p:txBody>
      </p:sp>
      <p:pic>
        <p:nvPicPr>
          <p:cNvPr id="6" name="dataset-images" descr="/private/tmp/claude-501/-Users-shashwatsahu-Desktop-the-next-ravi-varma/b50e4b20-09e3-45d0-8877-560ccb85868c/scratchpad/deck/assets/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280160"/>
            <a:ext cx="5029200" cy="2642616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83680" y="3977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Some training images</a:t>
            </a:r>
            <a:endParaRPr lang="en-US" sz="1200" dirty="0"/>
          </a:p>
        </p:txBody>
      </p:sp>
      <p:pic>
        <p:nvPicPr>
          <p:cNvPr id="8" name="removed-images" descr="/private/tmp/claude-501/-Users-shashwatsahu-Desktop-the-next-ravi-varma/b50e4b20-09e3-45d0-8877-560ccb85868c/scratchpad/deck/assets/exclud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434840"/>
            <a:ext cx="5029200" cy="1508760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83680" y="5989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Examples of removed images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1: Image Captioning</a:t>
            </a:r>
            <a:endParaRPr lang="en-US" sz="3000" dirty="0"/>
          </a:p>
        </p:txBody>
      </p:sp>
      <p:pic>
        <p:nvPicPr>
          <p:cNvPr id="3" name="caption-image" descr="/private/tmp/claude-501/-Users-shashwatsahu-Desktop-the-next-ravi-varma/b50e4b20-09e3-45d0-8877-560ccb85868c/scratchpad/deck/assets/caption_exam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15768" cy="4526280"/>
          </a:xfrm>
          <a:prstGeom prst="rect">
            <a:avLst/>
          </a:prstGeom>
        </p:spPr>
      </p:pic>
      <p:sp>
        <p:nvSpPr>
          <p:cNvPr id="4" name="points"/>
          <p:cNvSpPr txBox="1"/>
          <p:nvPr/>
        </p:nvSpPr>
        <p:spPr>
          <a:xfrm>
            <a:off x="3657600" y="128016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image needs a text caption for training.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Used BLIP (an image captioning model) to describe the image and BLIP-VQA to answer fixed questions (clothing, jewellery, pose, setting, etc.).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Wrong answers like "phone" were filtered out.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 caption starts with a trigger word &lt;rvvarma&gt; so the model links it to the style.</a:t>
            </a:r>
            <a:endParaRPr lang="en-US" sz="1800" dirty="0"/>
          </a:p>
        </p:txBody>
      </p:sp>
      <p:sp>
        <p:nvSpPr>
          <p:cNvPr id="5" name="example-box"/>
          <p:cNvSpPr/>
          <p:nvPr/>
        </p:nvSpPr>
        <p:spPr>
          <a:xfrm>
            <a:off x="3657600" y="4617720"/>
            <a:ext cx="795528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example-caption"/>
          <p:cNvSpPr txBox="1"/>
          <p:nvPr/>
        </p:nvSpPr>
        <p:spPr>
          <a:xfrm>
            <a:off x="3840480" y="47091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 caption: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&lt;rvvarma&gt;, Hamsa Damayanti, a woman in a red sari feeding a white swan, wearing red dress, necklace jewelry, sitting, calm expression ...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2: LoRA Training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280160"/>
            <a:ext cx="5852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LoRA trains only a small number of extra weights; the original Stable Diffusion model is not changed.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Only 3.2 million parameters are trained (0.37% of the model).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Trained on Google Colab with a T4 GPU, took about 1 hour for 1500 steps.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Saved a checkpoint every 250 steps and generated test images to track progress.</a:t>
            </a:r>
            <a:endParaRPr lang="en-US" sz="1800" dirty="0"/>
          </a:p>
        </p:txBody>
      </p:sp>
      <p:graphicFrame>
        <p:nvGraphicFramePr>
          <p:cNvPr id="8" name="setting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371600"/>
          <a:ext cx="4754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 model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Stable Diffusion 1.5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LoRA rank / alpha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16 / 16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Learning rate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0.0001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Batch size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(gradient accumulation 4)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Training steps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1500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Precision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fp16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the Output Changed During Training</a:t>
            </a:r>
            <a:endParaRPr lang="en-US" sz="3000" dirty="0"/>
          </a:p>
        </p:txBody>
      </p:sp>
      <p:pic>
        <p:nvPicPr>
          <p:cNvPr id="3" name="progression" descr="/private/tmp/claude-501/-Users-shashwatsahu-Desktop-the-next-ravi-varma/b50e4b20-09e3-45d0-8877-560ccb85868c/scratchpad/deck/assets/progres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10515600" cy="4672584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82296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Same prompts and seeds, from step 0 (no training) to step 1500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Results: Without vs With Our LoRA</a:t>
            </a:r>
            <a:endParaRPr lang="en-US" sz="3000" dirty="0"/>
          </a:p>
        </p:txBody>
      </p:sp>
      <p:pic>
        <p:nvPicPr>
          <p:cNvPr id="3" name="palace-base" descr="/private/tmp/claude-501/-Users-shashwatsahu-Desktop-the-next-ravi-varma/b50e4b20-09e3-45d0-8877-560ccb85868c/scratchpad/deck/assets/palace_b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1783080" cy="2551176"/>
          </a:xfrm>
          <a:prstGeom prst="rect">
            <a:avLst/>
          </a:prstGeom>
        </p:spPr>
      </p:pic>
      <p:pic>
        <p:nvPicPr>
          <p:cNvPr id="4" name="palace-lora" descr="/private/tmp/claude-501/-Users-shashwatsahu-Desktop-the-next-ravi-varma/b50e4b20-09e3-45d0-8877-560ccb85868c/scratchpad/deck/assets/palace_lo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508760"/>
            <a:ext cx="1783080" cy="2551176"/>
          </a:xfrm>
          <a:prstGeom prst="rect">
            <a:avLst/>
          </a:prstGeom>
        </p:spPr>
      </p:pic>
      <p:sp>
        <p:nvSpPr>
          <p:cNvPr id="5" name="palace-l1"/>
          <p:cNvSpPr txBox="1"/>
          <p:nvPr/>
        </p:nvSpPr>
        <p:spPr>
          <a:xfrm>
            <a:off x="54864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6" name="palace-l2"/>
          <p:cNvSpPr txBox="1"/>
          <p:nvPr/>
        </p:nvSpPr>
        <p:spPr>
          <a:xfrm>
            <a:off x="237744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7" name="caption"/>
          <p:cNvSpPr txBox="1"/>
          <p:nvPr/>
        </p:nvSpPr>
        <p:spPr>
          <a:xfrm>
            <a:off x="548640" y="4114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Royal woman in a palace</a:t>
            </a:r>
            <a:endParaRPr lang="en-US" sz="1200" dirty="0"/>
          </a:p>
        </p:txBody>
      </p:sp>
      <p:pic>
        <p:nvPicPr>
          <p:cNvPr id="8" name="portrait-base" descr="/private/tmp/claude-501/-Users-shashwatsahu-Desktop-the-next-ravi-varma/b50e4b20-09e3-45d0-8877-560ccb85868c/scratchpad/deck/assets/portrait_bas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508760"/>
            <a:ext cx="1783080" cy="2551176"/>
          </a:xfrm>
          <a:prstGeom prst="rect">
            <a:avLst/>
          </a:prstGeom>
        </p:spPr>
      </p:pic>
      <p:pic>
        <p:nvPicPr>
          <p:cNvPr id="9" name="portrait-lora" descr="/private/tmp/claude-501/-Users-shashwatsahu-Desktop-the-next-ravi-varma/b50e4b20-09e3-45d0-8877-560ccb85868c/scratchpad/deck/assets/portrait_lor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1783080" cy="2551176"/>
          </a:xfrm>
          <a:prstGeom prst="rect">
            <a:avLst/>
          </a:prstGeom>
        </p:spPr>
      </p:pic>
      <p:sp>
        <p:nvSpPr>
          <p:cNvPr id="10" name="portrait-l1"/>
          <p:cNvSpPr txBox="1"/>
          <p:nvPr/>
        </p:nvSpPr>
        <p:spPr>
          <a:xfrm>
            <a:off x="434340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11" name="portrait-l2"/>
          <p:cNvSpPr txBox="1"/>
          <p:nvPr/>
        </p:nvSpPr>
        <p:spPr>
          <a:xfrm>
            <a:off x="617220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12" name="caption"/>
          <p:cNvSpPr txBox="1"/>
          <p:nvPr/>
        </p:nvSpPr>
        <p:spPr>
          <a:xfrm>
            <a:off x="4343400" y="4114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Royal portrait</a:t>
            </a:r>
            <a:endParaRPr lang="en-US" sz="1200" dirty="0"/>
          </a:p>
        </p:txBody>
      </p:sp>
      <p:pic>
        <p:nvPicPr>
          <p:cNvPr id="13" name="window-base" descr="/private/tmp/claude-501/-Users-shashwatsahu-Desktop-the-next-ravi-varma/b50e4b20-09e3-45d0-8877-560ccb85868c/scratchpad/deck/assets/window_bas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508760"/>
            <a:ext cx="1783080" cy="2551176"/>
          </a:xfrm>
          <a:prstGeom prst="rect">
            <a:avLst/>
          </a:prstGeom>
        </p:spPr>
      </p:pic>
      <p:pic>
        <p:nvPicPr>
          <p:cNvPr id="14" name="window-lora" descr="/private/tmp/claude-501/-Users-shashwatsahu-Desktop-the-next-ravi-varma/b50e4b20-09e3-45d0-8877-560ccb85868c/scratchpad/deck/assets/window_lor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1508760"/>
            <a:ext cx="1783080" cy="2551176"/>
          </a:xfrm>
          <a:prstGeom prst="rect">
            <a:avLst/>
          </a:prstGeom>
        </p:spPr>
      </p:pic>
      <p:sp>
        <p:nvSpPr>
          <p:cNvPr id="15" name="window-l1"/>
          <p:cNvSpPr txBox="1"/>
          <p:nvPr/>
        </p:nvSpPr>
        <p:spPr>
          <a:xfrm>
            <a:off x="813816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16" name="window-l2"/>
          <p:cNvSpPr txBox="1"/>
          <p:nvPr/>
        </p:nvSpPr>
        <p:spPr>
          <a:xfrm>
            <a:off x="9966960" y="1188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8138160" y="4114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Woman beside a window</a:t>
            </a:r>
            <a:endParaRPr lang="en-US" sz="1200" dirty="0"/>
          </a:p>
        </p:txBody>
      </p:sp>
      <p:sp>
        <p:nvSpPr>
          <p:cNvPr id="18" name="points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With LoRA the images look more like Ravi Varma's style: full-figure poses, pillars, carpets, darker painted backgrounds.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base model added picture frames in 5 of 15 images; our model added none.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Evaluation and Problems</a:t>
            </a:r>
            <a:endParaRPr lang="en-US" sz="3000" dirty="0"/>
          </a:p>
        </p:txBody>
      </p:sp>
      <p:pic>
        <p:nvPicPr>
          <p:cNvPr id="3" name="metrics-chart" descr="/private/tmp/claude-501/-Users-shashwatsahu-Desktop-the-next-ravi-varma/b50e4b20-09e3-45d0-8877-560ccb85868c/scratchpad/deck/assets/metrics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760720" cy="4005072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257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CLIP scores for 15 image pairs</a:t>
            </a:r>
            <a:endParaRPr lang="en-US" sz="1200" dirty="0"/>
          </a:p>
        </p:txBody>
      </p:sp>
      <p:sp>
        <p:nvSpPr>
          <p:cNvPr id="5" name="found-head"/>
          <p:cNvSpPr txBox="1"/>
          <p:nvPr/>
        </p:nvSpPr>
        <p:spPr>
          <a:xfrm>
            <a:off x="6675120" y="12344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we found</a:t>
            </a:r>
            <a:endParaRPr lang="en-US" sz="2000" dirty="0"/>
          </a:p>
        </p:txBody>
      </p:sp>
      <p:sp>
        <p:nvSpPr>
          <p:cNvPr id="6" name="points"/>
          <p:cNvSpPr txBox="1"/>
          <p:nvPr/>
        </p:nvSpPr>
        <p:spPr>
          <a:xfrm>
            <a:off x="6675120" y="173736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CLIP style score increased only slightly (0.669 to 0.681), even though the images look clearly different.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image was a copy of a training image.</a:t>
            </a:r>
            <a:endParaRPr lang="en-US" sz="1600" dirty="0"/>
          </a:p>
        </p:txBody>
      </p:sp>
      <p:sp>
        <p:nvSpPr>
          <p:cNvPr id="7" name="problems-head"/>
          <p:cNvSpPr txBox="1"/>
          <p:nvPr/>
        </p:nvSpPr>
        <p:spPr>
          <a:xfrm>
            <a:off x="6675120" y="3703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Problems</a:t>
            </a:r>
            <a:endParaRPr lang="en-US" sz="2000" dirty="0"/>
          </a:p>
        </p:txBody>
      </p:sp>
      <p:sp>
        <p:nvSpPr>
          <p:cNvPr id="8" name="points"/>
          <p:cNvSpPr txBox="1"/>
          <p:nvPr/>
        </p:nvSpPr>
        <p:spPr>
          <a:xfrm>
            <a:off x="6675120" y="420624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Some women's faces get a dark shadow above the lip.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 signature-like marks appear in the corners.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Group scenes still look like posters.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Challenges Faced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Many images in the dataset were duplicates or had been upscaled, so we had to check every image.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original Stable Diffusion 1.5 model was removed from Hugging Face, so we switched to the official mirror.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Version conflicts on Google Colab (xformers, bitsandbytes) broke training at first.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 the Mac, images came out completely black because of an fp16 issue; fixed by changing a setting.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Free Colab has limited GPU time, so we added checkpoints to resume training if it disconnects.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Future Work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28016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Fix the face shadow and signature problems by improving the captions.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Milestone 3: use an LLM to turn a story description into a detailed prompt (e.g. "Krishna and Arjuna at Kurukshetra").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Milestone 4: add ControlNet so the user can control the pose of the people.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Build a simple web interface (Gradio) and do a better evaluation, including human ratings.</a:t>
            </a:r>
            <a:endParaRPr lang="en-US" sz="1800" dirty="0"/>
          </a:p>
        </p:txBody>
      </p:sp>
      <p:pic>
        <p:nvPicPr>
          <p:cNvPr id="4" name="krishna-image" descr="/private/tmp/claude-501/-Users-shashwatsahu-Desktop-the-next-ravi-varma/b50e4b20-09e3-45d0-8877-560ccb85868c/scratchpad/deck/assets/krishna_l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463040"/>
            <a:ext cx="3657600" cy="25603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7680960" y="4114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Current output for a Krishna and Arjuna prompt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Questions?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Code and results: github.com/f20240684-cmd/the-next-ravi-varma-v2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Maroon">
  <a:themeElements>
    <a:clrScheme name="Simple Maroon">
      <a:dk1>
        <a:srgbClr val="222222"/>
      </a:dk1>
      <a:lt1>
        <a:srgbClr val="FFFFFF"/>
      </a:lt1>
      <a:dk2>
        <a:srgbClr val="7A1F1F"/>
      </a:dk2>
      <a:lt2>
        <a:srgbClr val="F2F2F2"/>
      </a:lt2>
      <a:accent1>
        <a:srgbClr val="7A1F1F"/>
      </a:accent1>
      <a:accent2>
        <a:srgbClr val="2E6B5E"/>
      </a:accent2>
      <a:accent3>
        <a:srgbClr val="B8862B"/>
      </a:accent3>
      <a:accent4>
        <a:srgbClr val="666666"/>
      </a:accent4>
      <a:accent5>
        <a:srgbClr val="D9D9D9"/>
      </a:accent5>
      <a:accent6>
        <a:srgbClr val="3A3A3A"/>
      </a:accent6>
      <a:hlink>
        <a:srgbClr val="2E6B5E"/>
      </a:hlink>
      <a:folHlink>
        <a:srgbClr val="7A1F1F"/>
      </a:folHlink>
    </a:clrScheme>
    <a:fontScheme name="Simple Maro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Ravi Varma - Progress Presentation</dc:title>
  <dc:subject>PptxGenJS Presentation</dc:subject>
  <dc:creator>Shashwat Sahu</dc:creator>
  <cp:lastModifiedBy>Shashwat Sahu</cp:lastModifiedBy>
  <cp:revision>1</cp:revision>
  <dcterms:created xsi:type="dcterms:W3CDTF">2026-10-03T09:57:29Z</dcterms:created>
  <dcterms:modified xsi:type="dcterms:W3CDTF">2026-10-03T09:57:29Z</dcterms:modified>
</cp:coreProperties>
</file>